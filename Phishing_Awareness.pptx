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66" r:id="rId1"/>
  </p:sldMasterIdLst>
  <p:notesMasterIdLst>
    <p:notesMasterId r:id="rId18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28545-1A99-4505-9E60-12CEF4E5B7FC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CBF9AB-64FA-4641-AC41-E35D1AA451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57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CBF9AB-64FA-4641-AC41-E35D1AA451CA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647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6D267-0D6D-4A50-B8F0-8812D616A684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8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7C98B-145F-4E19-B935-41F0397D245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28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DEB3A-4596-4633-8387-358E8EC176A1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2274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77B322-E2D6-4E17-810A-AA7998E8EE3B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811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B36BEB-E92F-4EA0-B3E6-594B3B24FB42}" type="datetime1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269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093E01-3338-4A62-91B8-5E327953CB96}" type="datetime1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48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2AEF98-DAEB-4904-877C-1EB9618C6BD3}" type="datetime1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2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CE72B-3E11-46B5-958F-B264403EE322}" type="datetime1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236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C8D7A-AB65-4787-97CD-F0718F2F6201}" type="datetime1">
              <a:rPr lang="en-US" smtClean="0"/>
              <a:t>9/16/2026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61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B7415-C519-4916-B404-95CAEED89B72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42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05E055-3AFD-4B10-8CDE-9C536A43F138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20223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58912-C961-447B-804F-DDE18E7C350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284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14A1E-AA4E-44A8-B8D8-E98270723CD5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32545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2AED8-745B-4A1B-B096-CC596630C089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704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275B-EEBB-4591-8292-1B4D3EB35C3B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158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8F68F-AA21-458F-A790-85EA3E7C298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684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EEA7B-2EE5-4488-991B-504834E50D6D}" type="datetime1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Prepared as part of CodeAlpha Cyber Security Internship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A9266C4-8565-49D1-8E99-4C088A8A50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284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68" r:id="rId2"/>
    <p:sldLayoutId id="2147483869" r:id="rId3"/>
    <p:sldLayoutId id="2147483870" r:id="rId4"/>
    <p:sldLayoutId id="2147483871" r:id="rId5"/>
    <p:sldLayoutId id="2147483872" r:id="rId6"/>
    <p:sldLayoutId id="2147483873" r:id="rId7"/>
    <p:sldLayoutId id="2147483874" r:id="rId8"/>
    <p:sldLayoutId id="2147483875" r:id="rId9"/>
    <p:sldLayoutId id="2147483876" r:id="rId10"/>
    <p:sldLayoutId id="2147483877" r:id="rId11"/>
    <p:sldLayoutId id="2147483878" r:id="rId12"/>
    <p:sldLayoutId id="2147483879" r:id="rId13"/>
    <p:sldLayoutId id="2147483880" r:id="rId14"/>
    <p:sldLayoutId id="2147483881" r:id="rId15"/>
    <p:sldLayoutId id="2147483882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211" y="-548642"/>
            <a:ext cx="8891452" cy="215101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Awareness Training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52744" y="3864322"/>
            <a:ext cx="8012386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CodeAlpha Cyber Security Internship — Task 2</a:t>
            </a:r>
            <a:b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Presented by: </a:t>
            </a:r>
            <a:r>
              <a:rPr lang="en-US" altLang="en-US" sz="32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Dilip Rastogi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Role: </a:t>
            </a:r>
            <a: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Cyber Security Intern</a:t>
            </a:r>
            <a:br>
              <a:rPr kumimoji="0" lang="en-US" altLang="en-US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kumimoji="0" lang="en-US" altLang="en-US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Date: </a:t>
            </a:r>
            <a:r>
              <a:rPr lang="en-US" altLang="en-US" sz="3200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16/09/2026</a:t>
            </a:r>
            <a:endParaRPr kumimoji="0" lang="en-US" altLang="en-US" sz="32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987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Session </a:t>
            </a:r>
            <a:r>
              <a:rPr lang="en-US" sz="48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Objectives:</a:t>
            </a:r>
            <a:endParaRPr lang="en-US" sz="4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888467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common signs of phishing emails and fake websites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Explain social engineering tactics used by attackers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practical steps to stay safe online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Know how and where to report suspicious activity</a:t>
            </a:r>
          </a:p>
        </p:txBody>
      </p:sp>
    </p:spTree>
    <p:extLst>
      <p:ext uri="{BB962C8B-B14F-4D97-AF65-F5344CB8AC3E}">
        <p14:creationId xmlns:p14="http://schemas.microsoft.com/office/powerpoint/2010/main" val="568213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Phishing?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1047229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type of social engineering attack aimed at stealing credentials, money, or data</a:t>
            </a:r>
          </a:p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Delivered via: email, SMS (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smishing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), voice calls (vishing), fake websites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Attackers impersonate trusted brands, colleagues, or services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Success depends on urgency, fear, curiosity, or greed</a:t>
            </a:r>
          </a:p>
        </p:txBody>
      </p:sp>
    </p:spTree>
    <p:extLst>
      <p:ext uri="{BB962C8B-B14F-4D97-AF65-F5344CB8AC3E}">
        <p14:creationId xmlns:p14="http://schemas.microsoft.com/office/powerpoint/2010/main" val="4182365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Anatomy of a Phishing </a:t>
            </a:r>
            <a:r>
              <a:rPr lang="en-US" sz="4800" b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</a:t>
            </a:r>
            <a:endParaRPr lang="en-US" sz="480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50606"/>
            <a:ext cx="10186378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Spoofed sender name but mismatched email domain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Urgent subject line (e.g., “Action Required”, “Account Suspended”)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Generic greeting (“Dear User/Customer”)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Malicious link or attachment (invoice, document, ZIP)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Call-to-action: “Verify now”, “Update payment”, “Reset password”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24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Hover over links to see the real URL before clicking.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030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Red Flags in Emails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46964"/>
            <a:ext cx="110059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Sender domain doesn't match the official company (e.g.,</a:t>
            </a:r>
            <a:r>
              <a:rPr kumimoji="0" lang="en-US" altLang="en-US" sz="24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@amaz0n-security.com)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Unexpected attachments, especially .exe, .</a:t>
            </a:r>
            <a:r>
              <a:rPr kumimoji="0" lang="en-US" alt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scr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.zip, macro-enabled Office files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Spelling/grammar mistakes or awkward phrasing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Requests for sensitive info (passwords, OTPs, card details)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 that don't match the displayed text (hover to check)</a:t>
            </a:r>
          </a:p>
        </p:txBody>
      </p:sp>
    </p:spTree>
    <p:extLst>
      <p:ext uri="{BB962C8B-B14F-4D97-AF65-F5344CB8AC3E}">
        <p14:creationId xmlns:p14="http://schemas.microsoft.com/office/powerpoint/2010/main" val="38490731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35428"/>
            <a:ext cx="8596668" cy="1320800"/>
          </a:xfrm>
        </p:spPr>
        <p:txBody>
          <a:bodyPr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Fake Websites — How to Spot Them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74941"/>
            <a:ext cx="10399001" cy="46166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Lookalike domains: paypa1.com, netf1ix.com, micros0ft-login.com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Urgent banners: "Your session will expire—verify now"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Slightly altered logos, fonts, or page layout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Login forms on non-standard pages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 is NOT a guarantee of legitimacy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endParaRPr lang="en-US" altLang="en-US" sz="2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4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Tip: </a:t>
            </a:r>
            <a:r>
              <a:rPr lang="en-US" sz="2400" i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Always navigate via official app/bookmark, not email </a:t>
            </a:r>
            <a:r>
              <a:rPr lang="en-US" sz="2400" i="1" dirty="0" smtClean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links.</a:t>
            </a:r>
            <a:endParaRPr kumimoji="0" lang="en-US" altLang="en-US" sz="2400" b="0" i="1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57971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Social Engineering Tactics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810539"/>
            <a:ext cx="9841412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Pretexting: attacker creates a fake scenario to gain trust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Baiting: free gift, cracked software, "exclusive" content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Quid pro quo: "We'll fix your PC/account if you share access"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Tailgating: following staff into restricted areas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Impersonation: posing as IT support, HR, or senior management</a:t>
            </a:r>
          </a:p>
        </p:txBody>
      </p:sp>
    </p:spTree>
    <p:extLst>
      <p:ext uri="{BB962C8B-B14F-4D97-AF65-F5344CB8AC3E}">
        <p14:creationId xmlns:p14="http://schemas.microsoft.com/office/powerpoint/2010/main" val="2927414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Case Study: Fake MFA Prompt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61946"/>
            <a:ext cx="11014747" cy="457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Employee receives email: "Confirm your login or your account will be locked."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 shows a branded logo and "Security Team" sender name.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Link leads to a lookalike login page that captures credentials + OTP.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Lessons: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1. Verify via official app/website, not email links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2. Never share OTPs or approval codes</a:t>
            </a:r>
          </a:p>
          <a:p>
            <a:pPr mar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3. Report suspicious emails immediately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1533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Best Practices &amp; Personal Hygiene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40871"/>
            <a:ext cx="8960915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 a password manager; avoid password reuse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Enable MFA on email, banking, and work accounts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Keep OS, browser, and apps updated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Don't enable macros in Office files from unknown senders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in doubt, don't click—verify via a known channel</a:t>
            </a:r>
          </a:p>
        </p:txBody>
      </p:sp>
    </p:spTree>
    <p:extLst>
      <p:ext uri="{BB962C8B-B14F-4D97-AF65-F5344CB8AC3E}">
        <p14:creationId xmlns:p14="http://schemas.microsoft.com/office/powerpoint/2010/main" val="8838650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to Report Suspicious Activity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06036"/>
            <a:ext cx="10086094" cy="32571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NOT click links or open attachments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 a screenshot (for evidence)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Forward the email to: [security@yourcompany.com / IT helpdesk]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Inform your manager/IT if you already clicked or entered data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Change passwords if credentials might be compromised</a:t>
            </a:r>
          </a:p>
        </p:txBody>
      </p:sp>
    </p:spTree>
    <p:extLst>
      <p:ext uri="{BB962C8B-B14F-4D97-AF65-F5344CB8AC3E}">
        <p14:creationId xmlns:p14="http://schemas.microsoft.com/office/powerpoint/2010/main" val="1116456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Interactive Quiz (Questions)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97492"/>
            <a:ext cx="4605876" cy="5355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Strongest indicator of phishing email?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Perfect grammar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Mismatched sender domain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Short message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Contains a logo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Unexpected invoice attachment—FIRST step?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Open immediately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Reply "Who is this?"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Verify + scan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Forward to everyone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Urgent "verify now" login page—best action?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Enter credentials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Check URL + verify via official app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Ignore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Share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1485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963" y="723675"/>
            <a:ext cx="8596668" cy="3880773"/>
          </a:xfrm>
        </p:spPr>
        <p:txBody>
          <a:bodyPr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Tactic using fake story to gain trust?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Baiting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Pretexting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Tailgating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D) 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Scanning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"HTTPS means not phishing" — True/False</a:t>
            </a: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000" dirty="0" smtClean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False</a:t>
            </a:r>
          </a:p>
        </p:txBody>
      </p:sp>
    </p:spTree>
    <p:extLst>
      <p:ext uri="{BB962C8B-B14F-4D97-AF65-F5344CB8AC3E}">
        <p14:creationId xmlns:p14="http://schemas.microsoft.com/office/powerpoint/2010/main" val="10238034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Quiz Answers + Explanations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9653155" cy="36009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Mismatched sender domain is a strong red flag.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Verify first; then scan before opening.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Check URL and use official app/site; avoid urgent prompts.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Pretexting relies on a fabricated story to build trust.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— Phishing sites can also have HTTPS; it's not a guarantee.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97915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1-Page Phishing Checklist (Takeaway)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547385"/>
            <a:ext cx="9628085" cy="4549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Before You Click — 5-Point Checklist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the sender domain match the official company?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Were you expecting this message/attachment?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Does the link URL match the official site (hover to preview)?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 there unnecessary urgency or threat?</a:t>
            </a:r>
          </a:p>
          <a:p>
            <a:pPr marL="457200" marR="0" lvl="1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unsure, verify via a known channel (call/official app)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When in doubt, don't click—verify.</a:t>
            </a:r>
          </a:p>
        </p:txBody>
      </p:sp>
    </p:spTree>
    <p:extLst>
      <p:ext uri="{BB962C8B-B14F-4D97-AF65-F5344CB8AC3E}">
        <p14:creationId xmlns:p14="http://schemas.microsoft.com/office/powerpoint/2010/main" val="20609322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Takeaways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1715692"/>
            <a:ext cx="9703554" cy="26108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Phishing attacks rely on human psychology, not just technology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Small checks (sender, link, urgency) can prevent big incidents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MFA + password manager = strong personal defense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Reporting quickly limits damage to you and the organization</a:t>
            </a:r>
          </a:p>
        </p:txBody>
      </p:sp>
    </p:spTree>
    <p:extLst>
      <p:ext uri="{BB962C8B-B14F-4D97-AF65-F5344CB8AC3E}">
        <p14:creationId xmlns:p14="http://schemas.microsoft.com/office/powerpoint/2010/main" val="13537844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3792" y="470264"/>
            <a:ext cx="8596668" cy="1320800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 + Resources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33792" y="1636417"/>
            <a:ext cx="10290638" cy="294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Questions?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Recommended: enable MFA, use a password manager, keep software updated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Report suspicious emails to: your IT/security team or designated reporting ID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Internship: CodeAlpha Cyber Security Internship — Task 2</a:t>
            </a:r>
            <a:endParaRPr kumimoji="0" lang="en-US" alt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3792" y="6041362"/>
            <a:ext cx="6297612" cy="365125"/>
          </a:xfrm>
        </p:spPr>
        <p:txBody>
          <a:bodyPr/>
          <a:lstStyle/>
          <a:p>
            <a:r>
              <a:rPr lang="en-US" sz="1200" i="1" dirty="0" smtClean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as part of CodeAlpha Cyber Security Internship</a:t>
            </a:r>
            <a:endParaRPr lang="en-US" sz="12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11262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</TotalTime>
  <Words>833</Words>
  <Application>Microsoft Office PowerPoint</Application>
  <PresentationFormat>Widescreen</PresentationFormat>
  <Paragraphs>118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Trebuchet MS</vt:lpstr>
      <vt:lpstr>Wingdings 3</vt:lpstr>
      <vt:lpstr>Facet</vt:lpstr>
      <vt:lpstr>Phishing Awareness Training</vt:lpstr>
      <vt:lpstr>Session Objectives:</vt:lpstr>
      <vt:lpstr>What is Phishing?</vt:lpstr>
      <vt:lpstr>Anatomy of a Phishing Email</vt:lpstr>
      <vt:lpstr>Red Flags in Emails</vt:lpstr>
      <vt:lpstr>Fake Websites — How to Spot Them</vt:lpstr>
      <vt:lpstr>Social Engineering Tactics</vt:lpstr>
      <vt:lpstr>Case Study: Fake MFA Prompt</vt:lpstr>
      <vt:lpstr>Best Practices &amp; Personal Hygiene</vt:lpstr>
      <vt:lpstr>How to Report Suspicious Activity</vt:lpstr>
      <vt:lpstr>Interactive Quiz (Questions)</vt:lpstr>
      <vt:lpstr>PowerPoint Presentation</vt:lpstr>
      <vt:lpstr>Quiz Answers + Explanations</vt:lpstr>
      <vt:lpstr>1-Page Phishing Checklist (Takeaway)</vt:lpstr>
      <vt:lpstr>Key Takeaways</vt:lpstr>
      <vt:lpstr>Thank You + Resources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Microsoft account</dc:creator>
  <cp:lastModifiedBy>Microsoft account</cp:lastModifiedBy>
  <cp:revision>20</cp:revision>
  <dcterms:created xsi:type="dcterms:W3CDTF">2026-09-16T04:44:26Z</dcterms:created>
  <dcterms:modified xsi:type="dcterms:W3CDTF">2026-09-16T06:14:37Z</dcterms:modified>
</cp:coreProperties>
</file>